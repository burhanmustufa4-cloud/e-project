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90" r:id="rId7"/>
    <p:sldId id="291" r:id="rId8"/>
    <p:sldId id="292" r:id="rId9"/>
    <p:sldId id="293" r:id="rId10"/>
    <p:sldId id="294" r:id="rId11"/>
    <p:sldId id="29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3A"/>
    <a:srgbClr val="103350"/>
    <a:srgbClr val="0C4360"/>
    <a:srgbClr val="1B6872"/>
    <a:srgbClr val="63B7C6"/>
    <a:srgbClr val="002136"/>
    <a:srgbClr val="0C7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760" y="1145219"/>
            <a:ext cx="9323363" cy="2743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E-PROJECT:</a:t>
            </a:r>
            <a:b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Alpine Ascents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760" y="4017473"/>
            <a:ext cx="7077456" cy="86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DEVELOPER GUIDE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332" y="528145"/>
            <a:ext cx="8311896" cy="868680"/>
          </a:xfrm>
        </p:spPr>
        <p:txBody>
          <a:bodyPr>
            <a:normAutofit fontScale="90000"/>
          </a:bodyPr>
          <a:lstStyle/>
          <a:p>
            <a:r>
              <a:rPr lang="en-US" cap="all" dirty="0"/>
              <a:t>Project Group members:</a:t>
            </a:r>
            <a:r>
              <a:rPr lang="en-US" b="0" dirty="0"/>
              <a:t>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36" y="5807425"/>
            <a:ext cx="6803136" cy="365760"/>
          </a:xfrm>
        </p:spPr>
        <p:txBody>
          <a:bodyPr>
            <a:noAutofit/>
          </a:bodyPr>
          <a:lstStyle/>
          <a:p>
            <a:pPr fontAlgn="base"/>
            <a:r>
              <a:rPr lang="en-US" sz="2000" b="1" cap="all" dirty="0"/>
              <a:t>FACULTY NAME</a:t>
            </a:r>
            <a:r>
              <a:rPr lang="en-US" sz="2000" cap="all" dirty="0"/>
              <a:t>:</a:t>
            </a:r>
            <a:r>
              <a:rPr lang="en-US" sz="2000" b="1" dirty="0"/>
              <a:t> </a:t>
            </a:r>
            <a:r>
              <a:rPr lang="en-US" sz="2000" cap="all" dirty="0" err="1"/>
              <a:t>Sir.Maaz</a:t>
            </a:r>
            <a:r>
              <a:rPr lang="en-US" sz="2000" cap="all" dirty="0"/>
              <a:t> Rahim</a:t>
            </a:r>
            <a:r>
              <a:rPr lang="en-US" sz="2000" dirty="0"/>
              <a:t>​</a:t>
            </a:r>
          </a:p>
          <a:p>
            <a:pPr fontAlgn="base"/>
            <a:r>
              <a:rPr lang="en-US" sz="2000" b="1" cap="all" dirty="0"/>
              <a:t>Co-</a:t>
            </a:r>
            <a:r>
              <a:rPr lang="en-US" sz="2000" b="1" cap="all" dirty="0" err="1"/>
              <a:t>ordinator</a:t>
            </a:r>
            <a:r>
              <a:rPr lang="en-US" sz="2000" b="1" cap="all" dirty="0"/>
              <a:t> NAME</a:t>
            </a:r>
            <a:r>
              <a:rPr lang="en-US" sz="2000" cap="all" dirty="0"/>
              <a:t>: Ashna Nasir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868517"/>
              </p:ext>
            </p:extLst>
          </p:nvPr>
        </p:nvGraphicFramePr>
        <p:xfrm>
          <a:off x="1038886" y="1724857"/>
          <a:ext cx="9884787" cy="3757237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972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2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801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38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Students</a:t>
                      </a:r>
                      <a:r>
                        <a:rPr lang="en-US" sz="3800" u="none" strike="noStrike" dirty="0">
                          <a:effectLst/>
                        </a:rPr>
                        <a:t> </a:t>
                      </a:r>
                      <a:r>
                        <a:rPr lang="en-US" sz="38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Name</a:t>
                      </a:r>
                      <a:r>
                        <a:rPr lang="en-US" sz="3800" dirty="0">
                          <a:effectLst/>
                        </a:rPr>
                        <a:t>​</a:t>
                      </a:r>
                      <a:endParaRPr lang="en-US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40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Students</a:t>
                      </a:r>
                      <a:r>
                        <a:rPr lang="en-US" sz="4000" u="none" strike="noStrike" dirty="0">
                          <a:effectLst/>
                        </a:rPr>
                        <a:t> </a:t>
                      </a:r>
                      <a:r>
                        <a:rPr lang="en-US" sz="40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Id</a:t>
                      </a:r>
                      <a:r>
                        <a:rPr lang="en-US" sz="4000" dirty="0">
                          <a:effectLst/>
                        </a:rPr>
                        <a:t>​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79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Burhan Mustafa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Student1729324</a:t>
                      </a:r>
                      <a:endParaRPr lang="en-US" b="0" i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47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sz="2400" b="0" i="0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Abdullah Memon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b="0" i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47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M. Moiz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b="0" i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46428"/>
                  </a:ext>
                </a:extLst>
              </a:tr>
              <a:tr h="641478">
                <a:tc>
                  <a:txBody>
                    <a:bodyPr/>
                    <a:lstStyle/>
                    <a:p>
                      <a:pPr algn="ctr" rtl="0" fontAlgn="base"/>
                      <a:endParaRPr lang="en-US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b="0" i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79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40452" y="6043908"/>
            <a:ext cx="6803136" cy="542334"/>
          </a:xfrm>
        </p:spPr>
        <p:txBody>
          <a:bodyPr>
            <a:normAutofit/>
          </a:bodyPr>
          <a:lstStyle/>
          <a:p>
            <a:r>
              <a:rPr lang="en-US" dirty="0"/>
              <a:t>The main entry point that serves as the homepage, guiding users to key sections.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96414" y="69753"/>
            <a:ext cx="3599172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AF4E11-B869-CA63-B6C7-088338AD9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81" y="824296"/>
            <a:ext cx="10001638" cy="520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0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49938" y="69753"/>
            <a:ext cx="3599172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PAGE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B9B319-DC3A-E8F1-E9F6-8802062AE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90" y="781235"/>
            <a:ext cx="10546672" cy="52626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8510F0-AC2D-4D25-C0F4-D563A91B0393}"/>
              </a:ext>
            </a:extLst>
          </p:cNvPr>
          <p:cNvSpPr txBox="1"/>
          <p:nvPr/>
        </p:nvSpPr>
        <p:spPr>
          <a:xfrm>
            <a:off x="798990" y="6149694"/>
            <a:ext cx="406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Provide info about our company</a:t>
            </a:r>
          </a:p>
        </p:txBody>
      </p:sp>
    </p:spTree>
    <p:extLst>
      <p:ext uri="{BB962C8B-B14F-4D97-AF65-F5344CB8AC3E}">
        <p14:creationId xmlns:p14="http://schemas.microsoft.com/office/powerpoint/2010/main" val="37312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40452" y="6043908"/>
            <a:ext cx="6803136" cy="542334"/>
          </a:xfrm>
        </p:spPr>
        <p:txBody>
          <a:bodyPr>
            <a:normAutofit/>
          </a:bodyPr>
          <a:lstStyle/>
          <a:p>
            <a:r>
              <a:rPr lang="en-US" dirty="0"/>
              <a:t>Provides info about our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55254" y="69753"/>
            <a:ext cx="4627535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Services  PAGE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77639D-3E84-8EFA-D996-A7926317E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80" y="928808"/>
            <a:ext cx="10795246" cy="51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40452" y="6043908"/>
            <a:ext cx="6803136" cy="542334"/>
          </a:xfrm>
        </p:spPr>
        <p:txBody>
          <a:bodyPr>
            <a:normAutofit/>
          </a:bodyPr>
          <a:lstStyle/>
          <a:p>
            <a:r>
              <a:rPr lang="en-US" dirty="0"/>
              <a:t>Showcases our school and knowledge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16256" y="69753"/>
            <a:ext cx="3866533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School Page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7BE671-DEDA-D534-25E4-9D798E00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7" y="928807"/>
            <a:ext cx="10821972" cy="511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0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40452" y="6043908"/>
            <a:ext cx="6803136" cy="542334"/>
          </a:xfrm>
        </p:spPr>
        <p:txBody>
          <a:bodyPr>
            <a:normAutofit/>
          </a:bodyPr>
          <a:lstStyle/>
          <a:p>
            <a:r>
              <a:rPr lang="en-US" dirty="0"/>
              <a:t>Telling Clients about Upcoming Expeditions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63712" y="69753"/>
            <a:ext cx="5319078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Expeditions Page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8C1A7D-448B-7866-DBDA-A6371F159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25" y="928808"/>
            <a:ext cx="10469776" cy="51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1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40452" y="6043908"/>
            <a:ext cx="6803136" cy="542334"/>
          </a:xfrm>
        </p:spPr>
        <p:txBody>
          <a:bodyPr>
            <a:normAutofit/>
          </a:bodyPr>
          <a:lstStyle/>
          <a:p>
            <a:r>
              <a:rPr lang="en-US" dirty="0"/>
              <a:t>Provides users with ways to get in touch for support, inquiries, or feedback.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14162" y="69753"/>
            <a:ext cx="4668628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CONTACT Page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3A0050-72BB-CDD0-11B0-3065367B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2" y="928807"/>
            <a:ext cx="10605155" cy="511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2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883" y="637518"/>
            <a:ext cx="4981903" cy="535531"/>
          </a:xfrm>
        </p:spPr>
        <p:txBody>
          <a:bodyPr/>
          <a:lstStyle/>
          <a:p>
            <a:r>
              <a:rPr lang="en-US" dirty="0"/>
              <a:t>MEMBERS CONTRIBUTIONS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12044"/>
              </p:ext>
            </p:extLst>
          </p:nvPr>
        </p:nvGraphicFramePr>
        <p:xfrm>
          <a:off x="1130299" y="1856739"/>
          <a:ext cx="9664948" cy="206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474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4832474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</a:tblGrid>
              <a:tr h="1111564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Arial" panose="020B0604020202020204" pitchFamily="34" charset="0"/>
                        </a:rPr>
                        <a:t>NAME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 panose="020B0604020202020204" pitchFamily="34" charset="0"/>
                        </a:rPr>
                        <a:t>WORK1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952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Burhan Mustafa</a:t>
                      </a:r>
                      <a:endParaRPr lang="en-US" sz="2400" b="0" i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Designed UI using HTML, CSS, Java-Script, </a:t>
                      </a:r>
                      <a:r>
                        <a:rPr lang="en-US" sz="1400" dirty="0" err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Jquery</a:t>
                      </a:r>
                      <a:r>
                        <a:rPr lang="en-US" sz="14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, Bootstrap and documentation (full project)</a:t>
                      </a:r>
                      <a:endParaRPr lang="en-GB" sz="14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900" y="3035113"/>
            <a:ext cx="6615953" cy="535531"/>
          </a:xfrm>
        </p:spPr>
        <p:txBody>
          <a:bodyPr/>
          <a:lstStyle/>
          <a:p>
            <a:r>
              <a:rPr lang="en-US" sz="7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THANK YOU!</a:t>
            </a:r>
            <a:endParaRPr lang="en-GB" sz="7200" dirty="0">
              <a:solidFill>
                <a:schemeClr val="tx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60038" y="4446495"/>
            <a:ext cx="45816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BY Alpine Ascents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38</TotalTime>
  <Words>142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Trade Gothic LT Pro</vt:lpstr>
      <vt:lpstr>Trebuchet MS</vt:lpstr>
      <vt:lpstr>Office Theme</vt:lpstr>
      <vt:lpstr>E-PROJECT:  Alpine Ascents</vt:lpstr>
      <vt:lpstr>Project Group members:​</vt:lpstr>
      <vt:lpstr>INDEX PAGE</vt:lpstr>
      <vt:lpstr>About PAGE</vt:lpstr>
      <vt:lpstr>Services  PAGE</vt:lpstr>
      <vt:lpstr>School Page</vt:lpstr>
      <vt:lpstr>Expeditions Page</vt:lpstr>
      <vt:lpstr>CONTACT Page</vt:lpstr>
      <vt:lpstr>MEMBERS CONTRIBUTIONS</vt:lpstr>
      <vt:lpstr>THANK YOU!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5</cp:revision>
  <dcterms:created xsi:type="dcterms:W3CDTF">2025-10-03T05:06:43Z</dcterms:created>
  <dcterms:modified xsi:type="dcterms:W3CDTF">2026-10-01T11:14:38Z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